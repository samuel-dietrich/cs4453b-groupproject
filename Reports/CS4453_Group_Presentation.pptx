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pW9/IAieXbvOh9lO24mNbulJs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/>
        </p:nvSpPr>
        <p:spPr>
          <a:xfrm>
            <a:off x="3938587" y="8774112"/>
            <a:ext cx="30114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75" spcFirstLastPara="1" rIns="92475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96875" y="692150"/>
            <a:ext cx="6156325" cy="3463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927100" y="4387850"/>
            <a:ext cx="5095875" cy="415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PPO began very strong increasing its rewards quickly but starts plateauing soon at 1.6 million time steps with a score of 17.19. It slowly gets better rewards ending with a score of 18.45. PPO breaks into a positive score at 975,000 time steps.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DQN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Increases steadily until it begins to slow at 1.9 million TS with score of 17.4 getting to 19.63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breaks into positives at 1,380,000 time steps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A2C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Slow increase in rewards with a late rise ending with 9.22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breaks into positives at 1,950,000 time steps.</a:t>
            </a:r>
            <a:br>
              <a:rPr lang="en-US"/>
            </a:br>
            <a:br>
              <a:rPr lang="en-US"/>
            </a:br>
            <a:br>
              <a:rPr lang="en-US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6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981200" y="6245225"/>
            <a:ext cx="6781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School 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Graduate 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Postdoctoral Studies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667000" y="4267200"/>
            <a:ext cx="670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Presentation Title Goes in 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1293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866774" y="1904688"/>
            <a:ext cx="9010651" cy="2215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Proximal Policy Optimization vs Deep Q-Network vs Advantage Actor-Critic: A Comparative Study on Pong</a:t>
            </a:r>
            <a:br>
              <a:rPr b="1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03275" y="3845336"/>
            <a:ext cx="9137650" cy="895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Members: Cherie Duong, Minh Tri An, Raghav Gulati, Samuel Dietrich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urple text on a black background&#10;&#10;Description automatically generated"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0378" y="5848350"/>
            <a:ext cx="2743197" cy="654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112446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496519" y="239066"/>
            <a:ext cx="559948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Outline</a:t>
            </a:r>
            <a:endParaRPr b="1" sz="2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63645" y="1539977"/>
            <a:ext cx="10864710" cy="3892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Introduction</a:t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Environment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Models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Results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Conclusion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Future Work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urple text on a black background&#10;&#10;Description automatically generated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0378" y="5848350"/>
            <a:ext cx="2743197" cy="654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112446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496519" y="239066"/>
            <a:ext cx="559948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Introduction</a:t>
            </a:r>
            <a:endParaRPr b="1" sz="2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663645" y="1539977"/>
            <a:ext cx="108648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Primary Goal: 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Comparing the performances and optimal use cases of three foundational RL techniques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1"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Models:</a:t>
            </a:r>
            <a:endParaRPr b="1"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○"/>
            </a:pP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Proximal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Policy Optimization (PPO)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○"/>
            </a:pP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Deep Q-Network (DQN)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○"/>
            </a:pP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Advantage Actor-Critic (A2C)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Scope: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Benchmark performance within the Atari Pong environment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Core Evaluation Metrics:</a:t>
            </a:r>
            <a:endParaRPr b="1"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Training Time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Computational Resources Required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Average Pong Score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urple text on a black background&#10;&#10;Description automatically generated"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0378" y="5848350"/>
            <a:ext cx="2743197" cy="654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112446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/>
        </p:nvSpPr>
        <p:spPr>
          <a:xfrm>
            <a:off x="496519" y="239066"/>
            <a:ext cx="559948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Environment</a:t>
            </a:r>
            <a:endParaRPr b="1" sz="2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663645" y="1539977"/>
            <a:ext cx="10864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Environment Base: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Standard PongNoFrameskip (Gymnasium API)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Game Objective: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First to 21 points (Reward range: -21 to +21).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Data Preprocessing: 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Stacked 4 consecutive frames per state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Vectorization: 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model was trained using multiple parallel environments (up to 16), allowing faster collection of experience data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Char char="•"/>
            </a:pPr>
            <a:r>
              <a:rPr b="1"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Environment Sample: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21" name="Google Shape;121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0050" y="3778800"/>
            <a:ext cx="3332000" cy="243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urple text on a black background&#10;&#10;Description automatically generated"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0378" y="5848350"/>
            <a:ext cx="2743197" cy="654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112446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/>
          <p:nvPr/>
        </p:nvSpPr>
        <p:spPr>
          <a:xfrm>
            <a:off x="496519" y="239066"/>
            <a:ext cx="5599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Models</a:t>
            </a:r>
            <a:endParaRPr b="1" sz="2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626025" y="2343600"/>
            <a:ext cx="106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PPO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626025" y="5032913"/>
            <a:ext cx="106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DQN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8691238" y="1928750"/>
            <a:ext cx="106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A2C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7000" y="1700600"/>
            <a:ext cx="4540349" cy="1901594"/>
          </a:xfrm>
          <a:prstGeom prst="rect">
            <a:avLst/>
          </a:prstGeom>
          <a:noFill/>
          <a:ln>
            <a:noFill/>
          </a:ln>
          <a:effectLst>
            <a:outerShdw blurRad="142875" rotWithShape="0" algn="bl">
              <a:srgbClr val="000000">
                <a:alpha val="50000"/>
              </a:srgbClr>
            </a:outerShdw>
          </a:effectLst>
        </p:spPr>
      </p:pic>
      <p:pic>
        <p:nvPicPr>
          <p:cNvPr id="134" name="Google Shape;134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37000" y="4112113"/>
            <a:ext cx="4540347" cy="245722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>
              <a:srgbClr val="000000">
                <a:alpha val="50000"/>
              </a:srgbClr>
            </a:outerShdw>
          </a:effectLst>
        </p:spPr>
      </p:pic>
      <p:pic>
        <p:nvPicPr>
          <p:cNvPr id="135" name="Google Shape;135;p5" title="Screenshot 2026-03-29 21091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85700" y="2666063"/>
            <a:ext cx="4680300" cy="2909176"/>
          </a:xfrm>
          <a:prstGeom prst="rect">
            <a:avLst/>
          </a:prstGeom>
          <a:noFill/>
          <a:ln>
            <a:noFill/>
          </a:ln>
          <a:effectLst>
            <a:outerShdw blurRad="142875" rotWithShape="0" algn="bl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urple text on a black background&#10;&#10;Description automatically generated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0378" y="5848350"/>
            <a:ext cx="2743197" cy="654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112446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/>
          <p:nvPr/>
        </p:nvSpPr>
        <p:spPr>
          <a:xfrm>
            <a:off x="496519" y="239066"/>
            <a:ext cx="559948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Results</a:t>
            </a:r>
            <a:endParaRPr b="1" sz="2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81850" y="3971625"/>
            <a:ext cx="583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FPS</a:t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45" name="Google Shape;14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600" y="1793709"/>
            <a:ext cx="5833924" cy="213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50021" y="1780840"/>
            <a:ext cx="5900875" cy="2157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900" y="4633050"/>
            <a:ext cx="5833927" cy="21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 txBox="1"/>
          <p:nvPr/>
        </p:nvSpPr>
        <p:spPr>
          <a:xfrm>
            <a:off x="138500" y="1151300"/>
            <a:ext cx="583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Rewards</a:t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6183562" y="1151300"/>
            <a:ext cx="583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Time steps per game</a:t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50" name="Google Shape;150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83547" y="5188080"/>
            <a:ext cx="1800225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urple text on a black background&#10;&#10;Description automatically generated" id="156" name="Google Shape;1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0378" y="5848350"/>
            <a:ext cx="2743197" cy="654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112446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 txBox="1"/>
          <p:nvPr/>
        </p:nvSpPr>
        <p:spPr>
          <a:xfrm>
            <a:off x="496519" y="239066"/>
            <a:ext cx="559948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Conclusion</a:t>
            </a:r>
            <a:endParaRPr b="1" sz="2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605025" y="1539975"/>
            <a:ext cx="103590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Char char="•"/>
            </a:pPr>
            <a:r>
              <a:rPr b="1"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PPO: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The optimal choice for fast, stable and sample efficient convergence, especially on resource-limited hardware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1"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DQN: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Learned slower initially, but achieved better results than PPO toward the end. Experience Replay Buffer severely hindered the system’s performance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1"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A2C: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Required the most time to converge, highly sample inefficient early on, but maintained a healthy processing speed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urple text on a black background&#10;&#10;Description automatically generated"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0378" y="5848350"/>
            <a:ext cx="2743197" cy="654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112446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 txBox="1"/>
          <p:nvPr/>
        </p:nvSpPr>
        <p:spPr>
          <a:xfrm>
            <a:off x="496519" y="239066"/>
            <a:ext cx="559948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Future Work</a:t>
            </a:r>
            <a:endParaRPr b="1" sz="2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1203850" y="1766300"/>
            <a:ext cx="947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663645" y="1539977"/>
            <a:ext cx="10864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Further 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optimize all models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Produce a 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comparative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model for each checkpoint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Compare finished models against each other at the key checkpoints to determine where and when to use each 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technique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2026-03-27T21:57:12Z</dcterms:created>
  <dc:creator>An</dc:creator>
</cp:coreProperties>
</file>